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595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Akıllı Labirent Çözücü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BFS, DFS, A* ve Greedy Best-First Search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Algoritmalarının Karşılaştırmalı Analizi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Nurefşan Olfaz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211301008 — TOBB ETÜ </a:t>
            </a:r>
            <a:r>
              <a:rPr lang="en-US" sz="1300" dirty="0" err="1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</a:t>
            </a:r>
            <a:r>
              <a:rPr lang="en-US" sz="130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Zeka </a:t>
            </a: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Mühendisliği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 441 — Yapay Zeka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ve Yaklaşım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347472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Yapıyoruz?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PNG/JPG labirent görseli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Piksel analizi ile ızgara matrisine dönüştür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arama algoritması çalıştır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BFS, DFS, A*, Greedy Best-First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 karşılaştırması yap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Ziyaret sayısı, yol uzunluğu, süre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Sonuçları animasyonla göster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Flask + HTML5 Canvas web arayüzü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1828800" cy="155448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1828800" cy="4572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98348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83480" y="1737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kuyruk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✓  Tam 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188720"/>
            <a:ext cx="1828800" cy="155448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6858000" y="1188720"/>
            <a:ext cx="1828800" cy="45720"/>
          </a:xfrm>
          <a:prstGeom prst="rect">
            <a:avLst/>
          </a:prstGeom>
          <a:solidFill>
            <a:srgbClr val="FF70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99516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95160" y="1737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yığın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✗  Bellek 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017520"/>
            <a:ext cx="1828800" cy="155448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1828800" cy="45720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480" y="3566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g + h (Manhattan)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✓  Tam 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3017520"/>
            <a:ext cx="1828800" cy="155448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858000" y="3017520"/>
            <a:ext cx="1828800" cy="45720"/>
          </a:xfrm>
          <a:prstGeom prst="rect">
            <a:avLst/>
          </a:prstGeom>
          <a:solidFill>
            <a:srgbClr val="FFA7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99516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95160" y="3566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h (Manhattan)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✗  Hızlı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Yazılım Mimarisi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65960" cy="237744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65960" cy="4572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MazeLoader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PNG/JPG → Renk analizi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İkili ızgara matrisi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Otomatik hücre tespiti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20116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FA8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1965960" cy="237744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560320" y="1188720"/>
            <a:ext cx="1965960" cy="45720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56032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9748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 Motoru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22860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BaseSolver sınıfı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algoritma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came_from ile yol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20116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FA8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1965960" cy="237744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1965960" cy="45720"/>
          </a:xfrm>
          <a:prstGeom prst="rect">
            <a:avLst/>
          </a:prstGeom>
          <a:solidFill>
            <a:srgbClr val="FFA7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75488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9204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22860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çıktıları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Karşılaştırma paneli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Performans grafikleri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20116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FA8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949440" y="1188720"/>
            <a:ext cx="1965960" cy="237744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6949440" y="1188720"/>
            <a:ext cx="1965960" cy="45720"/>
          </a:xfrm>
          <a:prstGeom prst="rect">
            <a:avLst/>
          </a:prstGeom>
          <a:solidFill>
            <a:srgbClr val="AB47B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94944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08660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Arayüzü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22860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(5050)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Canvas animasyon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Gerçek zamanlı stats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64008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Tasarım Kararı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algoritmalar BaseSolver soyut sınıfından türer → ortak arayüz, tutarlı ölçüm. Her algoritma yalnızca _search() metodunu uygular.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Canlı Demo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Labirent üretimi → Algoritma seçimi → Animasyonlu çözüm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localhost:5050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Arayüzü</a:t>
            </a:r>
            <a:endParaRPr lang="en-US" sz="3200" dirty="0"/>
          </a:p>
        </p:txBody>
      </p:sp>
      <p:pic>
        <p:nvPicPr>
          <p:cNvPr id="4" name="Image 0" descr="/Users/nurefsanolfaz/Yapay Zeka/yap441/maze_solver/output/ui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3840480" cy="38404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937760" y="822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Kodlaması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937760" y="1371600"/>
            <a:ext cx="320040" cy="320040"/>
          </a:xfrm>
          <a:prstGeom prst="rect">
            <a:avLst/>
          </a:prstGeom>
          <a:solidFill>
            <a:srgbClr val="3A5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539496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9224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Ziyaret edilen hücreler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37760" y="1874520"/>
            <a:ext cx="320040" cy="32004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53949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Sarı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224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 düğümleri (frontier)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37760" y="2377440"/>
            <a:ext cx="320040" cy="320040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539496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Yeşil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 yolu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2880360"/>
            <a:ext cx="320040" cy="320040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539496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Kırmızı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9224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noktası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937760" y="3383280"/>
            <a:ext cx="320040" cy="32004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5394960" y="3383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Turuncu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9224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Bitiş noktası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3776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937760" y="40233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Labirent üretimi (21×21 — 151×151)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Harici PNG/JPG yükleme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 kontrolü (1-1000 adım/kare)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istatistik paneli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Sonuçlar — Mükemmel Labirent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solidFill>
            <a:srgbClr val="1B3A1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Mükemmel labirent → Tek yol → Tüm algoritmalar aynı optimal yolu buluyor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114800" cy="25146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Boyut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Algo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Yol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Ziyaret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Süre (ms)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41×41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BFS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176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231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0,2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DFS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176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203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0,2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A*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176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211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0,3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Greedy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176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203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0,2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151×151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BFS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2.652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6.095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7,1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DFS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2.652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3.089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3,5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A*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2.652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5.617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10,9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Greedy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2.652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3.736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</a:rPr>
                        <a:t>20,6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Image 0" descr="/Users/nurefsanolfaz/Yapay Zeka/yap441/maze_solver/output/karsilastir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828800"/>
            <a:ext cx="3840480" cy="1216152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8" name="Image 1" descr="/Users/nurefsanolfaz/Yapay Zeka/yap441/maze_solver/output/performans_grafig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00400"/>
            <a:ext cx="3840480" cy="164592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Sonuçlar — Dış Kaynak Labirent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solidFill>
            <a:srgbClr val="3A1B1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 seviyesi → Çoklu yol → Algoritma farkları ortaya çıkıyor!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920240" cy="182880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920240" cy="4572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4.198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FA8"/>
                </a:solidFill>
              </a:rPr>
              <a:t>adım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</a:rPr>
              <a:t>224K ziyaret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828800"/>
            <a:ext cx="1920240" cy="182880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2651760" y="1828800"/>
            <a:ext cx="1920240" cy="45720"/>
          </a:xfrm>
          <a:prstGeom prst="rect">
            <a:avLst/>
          </a:prstGeom>
          <a:solidFill>
            <a:srgbClr val="FF70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265176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5176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34.538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51760" y="2743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FA8"/>
                </a:solidFill>
              </a:rPr>
              <a:t>adım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3017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</a:rPr>
              <a:t>118K ziyaret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3291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uzun yol!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828800"/>
            <a:ext cx="1920240" cy="182880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754880" y="1828800"/>
            <a:ext cx="1920240" cy="45720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75488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5488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4.198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54880" y="2743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FA8"/>
                </a:solidFill>
              </a:rPr>
              <a:t>adım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017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</a:rPr>
              <a:t>203K ziyaret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291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1828800"/>
            <a:ext cx="1920240" cy="182880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6858000" y="1828800"/>
            <a:ext cx="1920240" cy="45720"/>
          </a:xfrm>
          <a:prstGeom prst="rect">
            <a:avLst/>
          </a:prstGeom>
          <a:solidFill>
            <a:srgbClr val="FFA7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85800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5800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10.192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858000" y="2743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FA8"/>
                </a:solidFill>
              </a:rPr>
              <a:t>adım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3017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</a:rPr>
              <a:t>157K ziyaret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3291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2.4× uzun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840480"/>
            <a:ext cx="8229600" cy="100584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82296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DFS Daha Az Keşfedip Daha Uzun Yol Buluyor?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296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 boyutu tespiti başarısız → Piksel seviyesinde çalışma → Koridorlar çok piksel genişliğinde → Çoklu yol oluşuyor → DFS ilk bulduğu yolu döndürüyor, en kısasını aramıyor. BFS ise katman katman ilerleyerek optimal yolu garanti ediyor.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 Bulgular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411480" cy="41148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Mükemmel labirent = Tek yol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Döngüsüz yapı tüm algoritmaları aynı yolu bulmaya zorlar. Fark yalnızca ziyaret sayısı ve sürededir.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411480" cy="411480"/>
          </a:xfrm>
          <a:prstGeom prst="ellipse">
            <a:avLst/>
          </a:prstGeom>
          <a:solidFill>
            <a:srgbClr val="FF704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en az bellek kullanır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151×151'de BFS 6.095 düğüm ziyaret ederken DFS yalnızca 3.089 — %49 daha az.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paradoksu: daha az düğüm ama daha yavaş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sezgiseli budama sağlar ama min-heap maliyeti üniform ızgarada BFS'in FIFO hızını geçemiyor.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411480" cy="411480"/>
          </a:xfrm>
          <a:prstGeom prst="ellipse">
            <a:avLst/>
          </a:prstGeom>
          <a:solidFill>
            <a:srgbClr val="FFA7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GBFS performansı topolojiye bağımlı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41×41'de en hızlı, 151×151'de en yavaş (20,6 ms). Sezgisel-yapı uyumu kritik.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411480" cy="411480"/>
          </a:xfrm>
          <a:prstGeom prst="ellipse">
            <a:avLst/>
          </a:prstGeom>
          <a:solidFill>
            <a:srgbClr val="AB47B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 seviyesi algoritma farklarını ortaya çıkarır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yol → DFS 8× uzun yol bulur. Kök neden: hücre tespiti başarısızlığı.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Teşekkürler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Nurefşan Olfaz — 211301008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TOBB ETÜ — YAP 441 Yapay Zeka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562</Words>
  <Application>Microsoft Macintosh PowerPoint</Application>
  <PresentationFormat>Ekran Gösterisi (16:9)</PresentationFormat>
  <Paragraphs>171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Akıllı Labirent Çözücü — YAP441 Demo</dc:title>
  <dc:subject>PptxGenJS Presentation</dc:subject>
  <dc:creator>Nurefşan Olfaz</dc:creator>
  <cp:lastModifiedBy>Nurefşan Olfaz</cp:lastModifiedBy>
  <cp:revision>2</cp:revision>
  <dcterms:created xsi:type="dcterms:W3CDTF">2026-04-13T19:02:55Z</dcterms:created>
  <dcterms:modified xsi:type="dcterms:W3CDTF">2026-04-13T19:42:22Z</dcterms:modified>
</cp:coreProperties>
</file>